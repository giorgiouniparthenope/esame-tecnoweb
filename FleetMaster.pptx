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9"/>
  </p:notesMasterIdLst>
  <p:handoutMasterIdLst>
    <p:handoutMasterId r:id="rId10"/>
  </p:handoutMasterIdLst>
  <p:sldIdLst>
    <p:sldId id="289" r:id="rId5"/>
    <p:sldId id="283" r:id="rId6"/>
    <p:sldId id="264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7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2" r:id="rId13"/>
    <p:sldLayoutId id="2147483685" r:id="rId14"/>
    <p:sldLayoutId id="214748369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468" y="486137"/>
            <a:ext cx="5427584" cy="4543063"/>
          </a:xfrm>
        </p:spPr>
        <p:txBody>
          <a:bodyPr/>
          <a:lstStyle/>
          <a:p>
            <a:br>
              <a:rPr lang="it-IT" b="1" dirty="0"/>
            </a:br>
            <a:br>
              <a:rPr lang="it-IT" b="1" dirty="0"/>
            </a:br>
            <a:r>
              <a:rPr lang="it-IT" b="1" i="0" dirty="0"/>
              <a:t>FLEETMASTER</a:t>
            </a:r>
            <a:r>
              <a:rPr lang="it-IT" dirty="0"/>
              <a:t> </a:t>
            </a:r>
            <a:br>
              <a:rPr lang="it-IT" dirty="0"/>
            </a:br>
            <a:br>
              <a:rPr lang="it-IT" dirty="0"/>
            </a:br>
            <a:r>
              <a:rPr lang="it-IT" dirty="0"/>
              <a:t>Gestione del Parco Auto Aziendale</a:t>
            </a:r>
            <a:endParaRPr lang="en-US" dirty="0"/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045" y="528320"/>
            <a:ext cx="5028566" cy="777966"/>
          </a:xfrm>
          <a:noFill/>
        </p:spPr>
        <p:txBody>
          <a:bodyPr>
            <a:noAutofit/>
          </a:bodyPr>
          <a:lstStyle/>
          <a:p>
            <a:r>
              <a:rPr lang="it-IT" b="1" i="0" dirty="0"/>
              <a:t>D</a:t>
            </a:r>
            <a:r>
              <a:rPr lang="en-US" b="1" i="0" dirty="0" err="1"/>
              <a:t>escrizione</a:t>
            </a:r>
            <a:endParaRPr lang="en-US" b="1" i="0" dirty="0"/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A3A5372-504A-82B7-BA08-85E6247450DA}"/>
              </a:ext>
            </a:extLst>
          </p:cNvPr>
          <p:cNvSpPr txBox="1">
            <a:spLocks/>
          </p:cNvSpPr>
          <p:nvPr/>
        </p:nvSpPr>
        <p:spPr>
          <a:xfrm>
            <a:off x="932045" y="3379520"/>
            <a:ext cx="5028566" cy="777966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i="0" dirty="0"/>
              <a:t>OBIETTIVI</a:t>
            </a:r>
            <a:endParaRPr lang="en-US" b="1" i="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70D137-8B9B-1976-81EE-9BFD406A17DE}"/>
              </a:ext>
            </a:extLst>
          </p:cNvPr>
          <p:cNvSpPr txBox="1">
            <a:spLocks/>
          </p:cNvSpPr>
          <p:nvPr/>
        </p:nvSpPr>
        <p:spPr>
          <a:xfrm>
            <a:off x="932045" y="1395417"/>
            <a:ext cx="6698841" cy="18949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>
                <a:solidFill>
                  <a:schemeClr val="accent1">
                    <a:lumMod val="75000"/>
                  </a:schemeClr>
                </a:solidFill>
              </a:rPr>
              <a:t>FleetMaster</a:t>
            </a:r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it-IT" b="0" dirty="0">
                <a:solidFill>
                  <a:schemeClr val="accent1">
                    <a:lumMod val="75000"/>
                  </a:schemeClr>
                </a:solidFill>
              </a:rPr>
              <a:t>è una piattaforma digitale pensata per semplificare la gestione interna della flotta aziendale.</a:t>
            </a:r>
            <a:br>
              <a:rPr lang="it-IT" b="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it-IT" b="0" dirty="0">
                <a:solidFill>
                  <a:schemeClr val="accent1">
                    <a:lumMod val="75000"/>
                  </a:schemeClr>
                </a:solidFill>
              </a:rPr>
              <a:t>Il sistema permette di coordinare le attività di amministratori, manager e impiegati, offrendo funzionalità specifiche in base al ruolo..</a:t>
            </a:r>
            <a:endParaRPr lang="en-US" b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97D28D1-5598-05AD-4C9D-86B0BCB2B1D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32045" y="4157486"/>
            <a:ext cx="778741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Univers Condensed Light (Corpo)"/>
              </a:rPr>
              <a:t>DIGITALIZZARE LA GESTIONE DEL PARCO AUTO AZIENDALE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Univers Condensed Light (Corpo)"/>
              </a:rPr>
              <a:t> EVITANDO PROCESSI MANUALI E RIDONDANTI.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Univers Condensed Light (Corpo)"/>
              </a:rPr>
              <a:t>GESTIRE IN MODO DIFFERENZIATO I RUOLI DEGLI UTENTI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Univers Condensed Light (Corpo)"/>
              </a:rPr>
              <a:t> (AMMINISTRATORE, MANAGER, IMPIEGATO) CON PRIVILEGI E LIMITI SPECIFICI.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Univers Condensed Light (Corpo)"/>
              </a:rPr>
              <a:t>OTTIMIZZARE LA DISPONIBILITÀ DEI VEICOLI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Univers Condensed Light (Corpo)"/>
              </a:rPr>
              <a:t> GARANTENDO UN FLUSSO DI APPROVAZIONI CHIARO E TRACCIABILE.</a:t>
            </a:r>
          </a:p>
        </p:txBody>
      </p:sp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/>
            <a:r>
              <a:rPr lang="en-US" sz="4400" b="1" i="0" dirty="0">
                <a:latin typeface="Walbaum Display Light (Titoli)"/>
              </a:rPr>
              <a:t>TECNOLOGIE</a:t>
            </a:r>
            <a:r>
              <a:rPr lang="en-US" sz="4400" b="1" i="0" dirty="0"/>
              <a:t> UTILIZZATE: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76475" y="2334304"/>
            <a:ext cx="4463005" cy="764966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it-IT" sz="2800" b="1" dirty="0"/>
              <a:t>BACK-END:</a:t>
            </a: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609806" y="2446320"/>
            <a:ext cx="3600994" cy="394851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it-IT" sz="2800" b="1" dirty="0"/>
              <a:t>FRONT-END:</a:t>
            </a:r>
            <a:endParaRPr lang="en-US" sz="28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6C95946-3601-96CC-C070-F8F8D5BB9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734" y="3222923"/>
            <a:ext cx="1326016" cy="145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A00D89D-0EC5-4323-B238-5BFD06CDB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806" y="3211286"/>
            <a:ext cx="1326017" cy="132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JavaScript Logo PNG Vector (AI) Free Download">
            <a:extLst>
              <a:ext uri="{FF2B5EF4-FFF2-40B4-BE49-F238E27FC236}">
                <a16:creationId xmlns:a16="http://schemas.microsoft.com/office/drawing/2014/main" id="{D0471D44-3761-67A2-57B0-88B0CD260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9210" y="3099271"/>
            <a:ext cx="1579790" cy="157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E4831C6-DA00-27B5-4150-B5244E7CA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143" y="3099270"/>
            <a:ext cx="1061813" cy="150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ostgresql originale wordmark logo - Icone Social media e loghi">
            <a:extLst>
              <a:ext uri="{FF2B5EF4-FFF2-40B4-BE49-F238E27FC236}">
                <a16:creationId xmlns:a16="http://schemas.microsoft.com/office/drawing/2014/main" id="{9425B3E9-F801-1156-FC34-64B4E6B56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324" y="3222923"/>
            <a:ext cx="1456138" cy="145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xfrm>
            <a:off x="0" y="0"/>
            <a:ext cx="7816995" cy="6858000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5992" y="1210534"/>
            <a:ext cx="4902843" cy="3526778"/>
          </a:xfrm>
          <a:noFill/>
        </p:spPr>
        <p:txBody>
          <a:bodyPr anchor="b"/>
          <a:lstStyle/>
          <a:p>
            <a:r>
              <a:rPr lang="en-US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{F9ED1448-1B6E-447F-98D6-D3183860432E}TF020710ce-b2a3-4743-8ec4-0abcd2574951ef9f6aa4_win32-415a623b9e9a</Template>
  <TotalTime>0</TotalTime>
  <Words>112</Words>
  <Application>Microsoft Office PowerPoint</Application>
  <PresentationFormat>Widescreen</PresentationFormat>
  <Paragraphs>15</Paragraphs>
  <Slides>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2" baseType="lpstr">
      <vt:lpstr>Aptos</vt:lpstr>
      <vt:lpstr>Arial</vt:lpstr>
      <vt:lpstr>Calibri</vt:lpstr>
      <vt:lpstr>Univers Condensed Light</vt:lpstr>
      <vt:lpstr>Univers Condensed Light (Corpo)</vt:lpstr>
      <vt:lpstr>Walbaum Display Light</vt:lpstr>
      <vt:lpstr>Walbaum Display Light (Titoli)</vt:lpstr>
      <vt:lpstr>AngleLinesVTI</vt:lpstr>
      <vt:lpstr>  FLEETMASTER   Gestione del Parco Auto Aziendale</vt:lpstr>
      <vt:lpstr>Descrizione</vt:lpstr>
      <vt:lpstr>TECNOLOGIE UTILIZZATE:</vt:lpstr>
      <vt:lpstr>The end</vt:lpstr>
    </vt:vector>
  </TitlesOfParts>
  <Company>NTT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CAPPIELLO</dc:creator>
  <cp:lastModifiedBy>GIORGIO CAPPIELLO</cp:lastModifiedBy>
  <cp:revision>1</cp:revision>
  <dcterms:created xsi:type="dcterms:W3CDTF">2025-11-05T21:24:54Z</dcterms:created>
  <dcterms:modified xsi:type="dcterms:W3CDTF">2025-11-05T22:07:37Z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